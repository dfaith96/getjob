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PITCH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Getjobz: AI recruitment agency for faster, higher-quality shortlists.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We screen CVs, extract candidate evidence, rank applicants against job requirements, and help HR teams move the right people forward.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987552"/>
            <a:ext cx="5760720" cy="36758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3328416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429000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CV screening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39696" y="3328416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12848" y="3429000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Candidate ranking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904488" y="3328416"/>
            <a:ext cx="1463040" cy="347472"/>
          </a:xfrm>
          <a:prstGeom prst="roundRect">
            <a:avLst>
              <a:gd name="adj" fmla="val 3157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77640" y="3429000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Shortlist reports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8368" y="54132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1E7"/>
                </a:solidFill>
              </a:rPr>
              <a:t>Saving recruiters hours while keeping hiring decisions explainable and human-led.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Getjobz AI Recruitment Agency /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Recruiting teams are overloaded by CV review.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High-volume hiring creates repetitive manual work, inconsistent screening, and delayed shortlists.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96012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960120"/>
            <a:ext cx="182880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161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CV overload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152704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Hundreds of applicants can arrive before recruiters have time to assess role fit.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96012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960120"/>
            <a:ext cx="18288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161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Hidden talent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152704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Strong candidates are missed when relevant evidence is buried in unstructured CVs.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04120" y="960120"/>
            <a:ext cx="16916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04120" y="960120"/>
            <a:ext cx="16916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0" y="1161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Slow decisions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87000" y="1527048"/>
            <a:ext cx="1325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Hiring managers wait for shortlists while recruiters repeat the same screening steps.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4315968"/>
            <a:ext cx="9966960" cy="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Apply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4023360"/>
            <a:ext cx="585216" cy="585216"/>
          </a:xfrm>
          <a:prstGeom prst="ellipse">
            <a:avLst/>
          </a:prstGeom>
          <a:solidFill>
            <a:srgbClr val="C95F45"/>
          </a:solidFill>
          <a:ln w="25400">
            <a:solidFill>
              <a:srgbClr val="C95F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Manual 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Shortlist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652760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Interview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532180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14E"/>
                </a:solidFill>
              </a:rPr>
              <a:t>The biggest bottleneck sits before the first interview.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Getjobz AI Recruitment Agency /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 automates the first screening pass.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The platform creates a structured hiring scorecard, analyses CVs, ranks candidates, and produces shortlist notes recruiters can defend.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51560"/>
            <a:ext cx="26060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252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1. Job profile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16184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Capture must-have skills, seniority, experience level, and role context.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0515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1051560"/>
            <a:ext cx="26060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252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2. CV intelligence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89720" y="16184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Extract skills, tools, industries, achievements, and years of experience.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8803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880360"/>
            <a:ext cx="260604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0815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3. Fit scoring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4472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Rank every profile against weighted requirements and gaps.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840" y="28803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880360"/>
            <a:ext cx="260604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30815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4. Shortlist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34472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Generate manager-ready notes and interview focus areas.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334256"/>
            <a:ext cx="4572000" cy="1024128"/>
          </a:xfrm>
          <a:prstGeom prst="roundRect">
            <a:avLst>
              <a:gd name="adj" fmla="val 7143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626864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Outcome: recruiters spend less time filtering and more time assessing the candidates most likely to succeed.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Getjobz AI Recruitment Agency /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PRODUCT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Recruiter dashboard for live candidate matching.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Getjobz makes the shortlist visible: ranked profiles, skill coverage, match scores, gaps, and next-step recommendations.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2120" y="859536"/>
            <a:ext cx="6080760" cy="3913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1248" y="345643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3832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Paste or upload CV text for quick role matching.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4114800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404164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Rank candidates against weighted requirements.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773168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7000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Show matched skills and missing criteria for each candidate.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5431536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53583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Export shortlist notes for hiring manager review.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Getjobz AI Recruitment Agency /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Screening engine built around evidence, not guesswork.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The model pipeline converts unstructured CVs and job descriptions into comparable hiring signals.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2240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CV ingest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Text, resume files, candidate profiles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3310128"/>
            <a:ext cx="292608" cy="347472"/>
          </a:xfrm>
          <a:prstGeom prst="chevron">
            <a:avLst/>
          </a:prstGeom>
          <a:solidFill>
            <a:srgbClr val="DCE2E7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93592" y="2788920"/>
            <a:ext cx="224028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Extraction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76472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Skills, tools, industries, achievements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25312" y="3310128"/>
            <a:ext cx="292608" cy="347472"/>
          </a:xfrm>
          <a:prstGeom prst="chevron">
            <a:avLst/>
          </a:prstGeom>
          <a:solidFill>
            <a:srgbClr val="DCE2E7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9944" y="2788920"/>
            <a:ext cx="224028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Matching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92824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Weighted scorecard, keywords, seniority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41664" y="3310128"/>
            <a:ext cx="292608" cy="347472"/>
          </a:xfrm>
          <a:prstGeom prst="chevron">
            <a:avLst/>
          </a:prstGeom>
          <a:solidFill>
            <a:srgbClr val="DCE2E7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6296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26296" y="2788920"/>
            <a:ext cx="224028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9176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Recommendation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09176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Rank, gaps, interview focus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5074920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14E"/>
                </a:solidFill>
              </a:rPr>
              <a:t>Designed for recruiter review, auditability, and configurable scorecards.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Getjobz AI Recruitment Agency /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CUSTOMERS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teams that hire often and move fast.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Beachhead customers can adopt Getjobz for high-volume roles where screening quality and recruiter time matter.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Recruitment agencies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16642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Screen large applicant pools and send stronger shortlists to clients.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0972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1097280"/>
            <a:ext cx="26517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SME hiring teams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0" y="16642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Add AI screening without buying a heavy enterprise HR suite.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9260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926080"/>
            <a:ext cx="265176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HR departments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4930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Standardize evaluation across roles, teams, and hiring managers.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0" y="29260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2926080"/>
            <a:ext cx="265176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Startups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0" y="34930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Move faster from applications to interviews during growth hiring.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341071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33375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Initial focus: data, sales, operations, customer success, and support roles.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406908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39959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Entry point: one role, one shortlist, measurable time saved.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8680" y="472744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4712" y="46542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Expansion: team scorecards, pipelines, analytics, and integrations.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Getjobz AI Recruitment Agency /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plus agency-grade screening services.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Getjobz can sell recurring software access and done-with-you hiring support for teams that need immediate results.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26060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Starter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Low-cost monthly access for small teams running a few roles.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39312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2788920"/>
            <a:ext cx="26060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Growth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22192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Team seats, shared pipelines, analytics, and shortlist exports.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788920"/>
            <a:ext cx="260604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Agency service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Per-role screening, ranking, and shortlist report delivery.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45168" y="2788920"/>
            <a:ext cx="21488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45168" y="2788920"/>
            <a:ext cx="214884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8048" y="29900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Enterprise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28048" y="3355848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Integrations, governance, access controls, and custom scorecards.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0" y="50474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Revenue expands as customers add roles, users, candidate volume, and workflow integrations.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Getjobz AI Recruitment Agency /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GO-TO-MARKET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with pilots that prove time saved.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Getjobz starts where the pain is visible: roles with high applicant volume and limited recruiter bandwidth.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86207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889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Offer two-week screening pilots for one active role.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52044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4472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Target recruitment agencies, HR managers, startup founders, and operations teams.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17880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056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Use shortlist quality, time saved, and interview conversion as proof points.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4837176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7640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Build repeatable templates for common roles before deeper ATS integrations.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143000"/>
            <a:ext cx="4389120" cy="4480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162763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Pilot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14616" y="2066544"/>
            <a:ext cx="0" cy="41148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2592" y="2478024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532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Measure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14616" y="2916936"/>
            <a:ext cx="0" cy="41148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2592" y="3328416"/>
            <a:ext cx="384048" cy="384048"/>
          </a:xfrm>
          <a:prstGeom prst="ellipse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3383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Convert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14616" y="3767328"/>
            <a:ext cx="0" cy="41148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22592" y="4178808"/>
            <a:ext cx="384048" cy="384048"/>
          </a:xfrm>
          <a:prstGeom prst="ellipse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4233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Expand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Getjobz AI Recruitment Agency /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POSITIONING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recruiting workflow product, not just a chatbot.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Getjobz combines structured scorecards, CV intelligence, ranked shortlists, and responsible AI controls.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24028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43230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Capability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0" y="2286000"/>
            <a:ext cx="192024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24323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Manual review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182880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4323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ATS only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2286000"/>
            <a:ext cx="182880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24323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Generic AI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03920" y="2286000"/>
            <a:ext cx="182880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24323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Getjobz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278892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93522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CV evidence extraction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0" y="278892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293522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Slow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93522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Basic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75120" y="278892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293522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Prompted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03920" y="278892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77072" y="293522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Structured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" y="329184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43814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Role-fit ranking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26080" y="329184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9232" y="343814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Inconsistent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2918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4381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Limited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75120" y="32918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34381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Manual setup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503920" y="329184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77072" y="34381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Built 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" y="379476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394106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Shortlist reports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926080" y="379476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99232" y="394106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Manual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379476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39410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Limited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75120" y="379476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39410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Unstructured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503920" y="379476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7072" y="39410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Ready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85800" y="429768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" y="444398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Human review controls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26080" y="429768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9232" y="444398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Yes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429768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9472" y="444398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Workflow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675120" y="429768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48272" y="444398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Varies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503920" y="429768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77072" y="444398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Core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43000" y="54864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14E"/>
                </a:solidFill>
              </a:rPr>
              <a:t>Differentiation: recruiter-ready workflow, transparent scoring, and shortlist outputs that save time immediately.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Getjobz AI Recruitment Agency /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RESPONSIBLE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Explainable ranking with human control.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Getjobz is designed to support better recruiter decisions, not replace them.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46520" y="1115568"/>
            <a:ext cx="4572000" cy="3154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1248" y="3072384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9992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Scores show matched skills, missing criteria, and evidence notes.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373075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6576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Recruiters can edit scorecards before screening and review every recommendation.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38912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3159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Candidate data retention and access permissions can be configured.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504748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49743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Final hiring decisions remain with the human hiring team.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Getjobz AI Recruitment Agency /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OPERATING PLAN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funding to build, validate, and sell repeatable screening workflows.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The next phase should prove product demand with pilots and turn shortlist quality into repeat usage.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88920"/>
            <a:ext cx="24231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Product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Improve CV parsing, scorecard setup, shortlist reports, and analytics.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788920"/>
            <a:ext cx="24231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Security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Add access controls, audit logs, data retention, and compliance workflows.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788920"/>
            <a:ext cx="242316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Sales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Run pilots with agencies, SMEs, and HR teams in target sectors.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788920"/>
            <a:ext cx="242316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Operations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Create role templates, service playbooks, and customer success support.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50474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Milestones: pilot customers, repeatable role templates, measurable screening time saved, and paid conversions.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Getjobz AI Recruitment Agency /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DECISION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experts own the final shortlist decision.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Getjobz uses AI to rank candidates, then a responsible review team validates evidence, fit, and client context before final recommendations are sent.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25603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962656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31729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64792" y="299008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Adaora Okeke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64792" y="327355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14E"/>
                </a:solidFill>
              </a:rPr>
              <a:t>Head of Talent Decisions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96696" y="3730752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676"/>
                </a:solidFill>
              </a:rPr>
              <a:t>Approves final shortlists and calibrates role-fit recommendations with hiring managers.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584448" y="2743200"/>
            <a:ext cx="25603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2962656"/>
            <a:ext cx="658368" cy="658368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31729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99008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Michael Thompson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27355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14E"/>
                </a:solidFill>
              </a:rPr>
              <a:t>People Operations Lead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03904" y="3730752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676"/>
                </a:solidFill>
              </a:rPr>
              <a:t>Reviews experience depth, candidate readiness, compensation fit, and interview process quality.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391656" y="2743200"/>
            <a:ext cx="25603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2824" y="2962656"/>
            <a:ext cx="658368" cy="658368"/>
          </a:xfrm>
          <a:prstGeom prst="ellipse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1729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79208" y="299008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Nadia Bello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79208" y="327355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14E"/>
                </a:solidFill>
              </a:rPr>
              <a:t>AI Screening Analyst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11112" y="3730752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676"/>
                </a:solidFill>
              </a:rPr>
              <a:t>Audits match scores, verifies extracted skills, and prepares interview focus notes.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9198864" y="2743200"/>
            <a:ext cx="22402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00032" y="2962656"/>
            <a:ext cx="658368" cy="6583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8048" y="31729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186416" y="2990088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David Evans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86416" y="3273552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14E"/>
                </a:solidFill>
              </a:rPr>
              <a:t>Client Hiring Partner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418320" y="3730752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676"/>
                </a:solidFill>
              </a:rPr>
              <a:t>Aligns recommendations with business goals, culture signals, and hiring timelines.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1005840" y="5074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14E"/>
                </a:solidFill>
              </a:rPr>
              <a:t>Decision rule: AI recommends, the Getjobz team reviews, and the hiring manager makes the final employment decision.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Getjobz AI Recruitment Agency /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THE ASK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with Getjobz to make shortlisting faster and smarter.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We are looking for pilot customers, HR partners, and early investors who want a practical AI layer for recruiting teams.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90779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8346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Pilot Getjobz on one active hiring role.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" y="356616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4930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Share hiring manager feedback on shortlist quality.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" y="422452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15137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Partner on ATS integrations and recruiter workflows.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9536" y="4882896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80974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Support the build-out of a trusted AI recruitment agency.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237744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81635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Getjobz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03720" y="3456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1E7"/>
                </a:solidFill>
              </a:rPr>
              <a:t>CV screening. Candidate ranking. Shortlist intelligence.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858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1E7"/>
                </a:solidFill>
              </a:rPr>
              <a:t>Contact form available on the Getjobz website: share role details, hiring volume, and shortlist timeline.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Getjobz AI Recruitment Agency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Getjobz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Getjobz Pitch Deck</dc:title>
  <dc:subject>Getjobz AI Recruitment Agency pitch deck</dc:subject>
  <dc:creator>Getjobz</dc:creator>
  <cp:lastModifiedBy>Getjobz</cp:lastModifiedBy>
  <cp:revision>1</cp:revision>
  <dcterms:created xsi:type="dcterms:W3CDTF">2026-07-11T18:04:16Z</dcterms:created>
  <dcterms:modified xsi:type="dcterms:W3CDTF">2026-07-11T18:04:16Z</dcterms:modified>
</cp:coreProperties>
</file>