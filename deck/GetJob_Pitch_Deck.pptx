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PITCH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GetJob: AI recruitment agency for faster, higher-quality shortlists.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We screen CVs, extract candidate evidence, rank applicants against job requirements, and help HR teams move the right people forward.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6440" y="987552"/>
            <a:ext cx="5760720" cy="36758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3328416"/>
            <a:ext cx="1325880" cy="347472"/>
          </a:xfrm>
          <a:prstGeom prst="roundRect">
            <a:avLst>
              <a:gd name="adj" fmla="val 3157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429000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CV screening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39696" y="3328416"/>
            <a:ext cx="1600200" cy="347472"/>
          </a:xfrm>
          <a:prstGeom prst="roundRect">
            <a:avLst>
              <a:gd name="adj" fmla="val 31579"/>
            </a:avLst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12848" y="3429000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Candidate ranking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04488" y="3328416"/>
            <a:ext cx="1463040" cy="347472"/>
          </a:xfrm>
          <a:prstGeom prst="roundRect">
            <a:avLst>
              <a:gd name="adj" fmla="val 3157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77640" y="3429000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Shortlist reports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58368" y="541324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1E7"/>
                </a:solidFill>
              </a:rPr>
              <a:t>Saving recruiters hours while keeping hiring decisions explainable and human-led.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Recruiting teams are overloaded by CV review.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High-volume hiring creates repetitive manual work, inconsistent screening, and delayed shortlists.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893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960120"/>
            <a:ext cx="182880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CV overload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Hundreds of applicants can arrive before recruiters have time to assess role fit.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960120"/>
            <a:ext cx="1828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960120"/>
            <a:ext cx="182880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161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Hidden talent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1527048"/>
            <a:ext cx="1463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Strong candidates are missed when relevant evidence is buried in unstructured CVs.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04120" y="960120"/>
            <a:ext cx="16916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04120" y="960120"/>
            <a:ext cx="16916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0" y="116128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Slow decisions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87000" y="1527048"/>
            <a:ext cx="1325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Hiring managers wait for shortlists while recruiters repeat the same screening steps.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4315968"/>
            <a:ext cx="9966960" cy="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Apply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4023360"/>
            <a:ext cx="585216" cy="585216"/>
          </a:xfrm>
          <a:prstGeom prst="ellipse">
            <a:avLst/>
          </a:prstGeom>
          <a:solidFill>
            <a:srgbClr val="C95F45"/>
          </a:solidFill>
          <a:ln w="25400">
            <a:solidFill>
              <a:srgbClr val="C95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Manual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0664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Shortlist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652760" y="4023360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2416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Interview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532180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14E"/>
                </a:solidFill>
              </a:rPr>
              <a:t>The biggest bottleneck sits before the first interview.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 automates the first screening pass.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The platform creates a structured hiring scorecard, analyses CVs, ranks candidates, and produces shortlist notes recruiters can defend.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6060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1. Job profile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Capture must-have skills, seniority, experience level, and role context.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0515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051560"/>
            <a:ext cx="2606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2527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2. CV intelligence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9720" y="16184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Extract skills, tools, industries, achievements, and years of experience.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880360"/>
            <a:ext cx="260604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3. Fit scoring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Rank every profile against weighted requirements and gaps.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288036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880360"/>
            <a:ext cx="260604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30815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4. Shortlist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447288"/>
            <a:ext cx="2240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Generate manager-ready notes and interview focus areas.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334256"/>
            <a:ext cx="4572000" cy="1024128"/>
          </a:xfrm>
          <a:prstGeom prst="roundRect">
            <a:avLst>
              <a:gd name="adj" fmla="val 7143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62686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Outcome: recruiters spend less time filtering and more time assessing the candidates most likely to succeed.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Recruiter dashboard for live candidate matching.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GetJob makes the shortlist visible: ranked profiles, skill coverage, match scores, gaps, and next-step recommendations.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32120" y="859536"/>
            <a:ext cx="6080760" cy="3913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456432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38328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Paste or upload CV text for quick role matching.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4114800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04164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Rank candidates against weighted requirements.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773168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7000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Show matched skills and missing criteria for each candidate.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431536"/>
            <a:ext cx="146304" cy="146304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35838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EF0"/>
                </a:solidFill>
              </a:rPr>
              <a:t>Export shortlist notes for hiring manager review.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Screening engine built around evidence, not guesswork.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The model pipeline converts unstructured CVs and job descriptions into comparable hiring signals.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2402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CV ingest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Text, resume files, candidate profiles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93592" y="2788920"/>
            <a:ext cx="224028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76472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Extraction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76472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Skills, tools, industries, achievements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25312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9944" y="2788920"/>
            <a:ext cx="224028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92824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Matching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92824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Weighted scorecard, keywords, seniority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41664" y="3310128"/>
            <a:ext cx="292608" cy="347472"/>
          </a:xfrm>
          <a:prstGeom prst="chevron">
            <a:avLst/>
          </a:prstGeom>
          <a:solidFill>
            <a:srgbClr val="DCE2E7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26296" y="2788920"/>
            <a:ext cx="22402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26296" y="2788920"/>
            <a:ext cx="224028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9176" y="299008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Recommendation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09176" y="3355848"/>
            <a:ext cx="1874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Rank, gaps, interview focus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5074920"/>
            <a:ext cx="7909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14E"/>
                </a:solidFill>
              </a:rPr>
              <a:t>Designed for recruiter review, auditability, and configurable scorecards.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CUSTOMERS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teams that hire often and move fast.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Beachhead customers can adopt GetJob for high-volume roles where screening quality and recruiter time matter.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Recruitment agencies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Screen large applicant pools and send stronger shortlists to clients.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0972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0" y="1097280"/>
            <a:ext cx="26517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12984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SME hiring teams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0" y="16642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Add AI screening without buying a heavy enterprise HR suite.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926080"/>
            <a:ext cx="265176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HR departments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Standardize evaluation across roles, teams, and hiring managers.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0" y="2926080"/>
            <a:ext cx="265176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2926080"/>
            <a:ext cx="265176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Startups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0" y="349300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Move faster from applications to interviews during growth hiring.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68680" y="341071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24712" y="33375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Initial focus: data, sales, operations, customer success, and support roles.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68680" y="406908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399592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Entry point: one role, one shortlist, measurable time saved.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8680" y="472744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24712" y="465429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Expansion: team scorecards, pipelines, analytics, and integrations.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plus agency-grade screening services.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GetJob can sell recurring software access and done-with-you hiring support for teams that need immediate results.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88920"/>
            <a:ext cx="26060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Starter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Low-cost monthly access for small teams running a few roles.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39312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9312" y="2788920"/>
            <a:ext cx="260604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Growth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22192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Team seats, shared pipelines, analytics, and shortlist exports.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2788920"/>
            <a:ext cx="26060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788920"/>
            <a:ext cx="260604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9008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Agency 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355848"/>
            <a:ext cx="2240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Per-role screening, ranking, and shortlist report delivery.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45168" y="2788920"/>
            <a:ext cx="214884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45168" y="2788920"/>
            <a:ext cx="214884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2990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28048" y="3355848"/>
            <a:ext cx="1783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Integrations, governance, access controls, and custom scorecards.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" y="504748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expands as customers add roles, users, candidate volume, and workflow integrations.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with pilots that prove time saved.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starts where the pain is visible: roles with high applicant volume and limited recruiter bandwidth.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86207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8892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Offer two-week screening pilots for one active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52044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44728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Target recruitment agencies, HR managers, startup founders, and operations teams.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417880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1056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Use shortlist quality, time saved, and interview conversion as proof points.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483717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76402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Build repeatable templates for common roles before deeper ATS integrations.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11430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22592" y="1627632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682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Pilot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14616" y="2066544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2592" y="2478024"/>
            <a:ext cx="384048" cy="38404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532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Measure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214616" y="2916936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22592" y="3328416"/>
            <a:ext cx="384048" cy="384048"/>
          </a:xfrm>
          <a:prstGeom prst="ellipse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33832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Convert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14616" y="3767328"/>
            <a:ext cx="0" cy="41148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22592" y="4178808"/>
            <a:ext cx="384048" cy="384048"/>
          </a:xfrm>
          <a:prstGeom prst="ellipse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233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Expand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POSITIONING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recruiting workflow product, not just a chatbot.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combines structured scorecards, CV intelligence, ranked shortlists, and responsible AI controls.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24028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43230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192024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24323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Manual review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ATS 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Generic 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503920" y="2286000"/>
            <a:ext cx="1828800" cy="502920"/>
          </a:xfrm>
          <a:prstGeom prst="rect">
            <a:avLst/>
          </a:prstGeom>
          <a:solidFill>
            <a:srgbClr val="172033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77072" y="243230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GetJob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278892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293522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CV evidence extraction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26080" y="278892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293522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Slow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Basic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278892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Prompted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03920" y="278892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77072" y="293522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Structured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43814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Role-fit ranking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26080" y="329184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343814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Inconsistent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2918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Limited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75120" y="329184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Manual setup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03920" y="329184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343814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Built 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5800" y="379476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394106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Shortlist reports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926080" y="379476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99232" y="394106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Manual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7947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Limited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675120" y="379476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Unstructured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503920" y="379476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39410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Ready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5800" y="4297680"/>
            <a:ext cx="224028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444398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Human review controls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26080" y="4297680"/>
            <a:ext cx="192024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444398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Yes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846320" y="42976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94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Workflow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675120" y="4297680"/>
            <a:ext cx="18288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82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</a:rPr>
              <a:t>Varies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503920" y="4297680"/>
            <a:ext cx="1828800" cy="502920"/>
          </a:xfrm>
          <a:prstGeom prst="rect">
            <a:avLst/>
          </a:prstGeom>
          <a:solidFill>
            <a:srgbClr val="E6F3EF"/>
          </a:solidFill>
          <a:ln w="7620">
            <a:solidFill>
              <a:srgbClr val="DCE2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77072" y="444398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Core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43000" y="548640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14E"/>
                </a:solidFill>
              </a:rPr>
              <a:t>Differentiation: recruiter-ready workflow, transparent scoring, and shortlist outputs that save time immediately.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RESPONSIBLE AI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Explainable ranking with human control.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GetJob is designed to support better recruiter decisions, not replace them.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6520" y="1115568"/>
            <a:ext cx="4572000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41248" y="3072384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9992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Scores show matched skills, missing criteria, and evidence notes.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373075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65760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Recruiters can edit scorecards before screening and review every recommendation.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38912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431596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Candidate data retention and access permissions can be configured.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504748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97433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Final hiring decisions remain with the human hiring team.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5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</a:rPr>
              <a:t>OPERATING PLAN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funding to build, validate, and sell repeatable screening workflows.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1E7"/>
                </a:solidFill>
              </a:rPr>
              <a:t>The next phase should prove product demand with pilots and turn shortlist quality into repeat usage.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88920"/>
            <a:ext cx="24231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Product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Improve CV parsing, scorecard setup, shortlist reports, and analytics.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2044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788920"/>
            <a:ext cx="2423160" cy="7315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Security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Add access controls, audit logs, data retention, and compliance workflows.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88920"/>
            <a:ext cx="2423160" cy="73152"/>
          </a:xfrm>
          <a:prstGeom prst="rect">
            <a:avLst/>
          </a:prstGeom>
          <a:solidFill>
            <a:srgbClr val="C95F45"/>
          </a:solidFill>
          <a:ln w="12700">
            <a:solidFill>
              <a:srgbClr val="C95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Run pilots with agencies, SMEs, and HR teams in target sectors.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788920"/>
            <a:ext cx="24231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15400" y="2788920"/>
            <a:ext cx="2423160" cy="73152"/>
          </a:xfrm>
          <a:prstGeom prst="rect">
            <a:avLst/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8280" y="29900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Operations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355848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676"/>
                </a:solidFill>
              </a:rPr>
              <a:t>Create role templates, service playbooks, and customer success support.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504748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Milestones: pilot customers, repeatable role templates, measurable screening time saved, and paid conversions.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1E7"/>
                </a:solidFill>
              </a:rPr>
              <a:t>GetJob AI Recruitment Agency /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B514E"/>
          </a:solidFill>
          <a:ln w="12700">
            <a:solidFill>
              <a:srgbClr val="0B51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66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GJ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" y="457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5F45"/>
                </a:solidFill>
              </a:rPr>
              <a:t>THE ASK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1792" y="124358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with GetJob to make shortlisting faster and smarter.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286000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C6676"/>
                </a:solidFill>
              </a:rPr>
              <a:t>We are looking for pilot customers, HR partners, and early investors who want a practical AI layer for recruiting teams.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9536" y="290779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3464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Pilot GetJob on one active hiring role.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356616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4930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Share hiring manager feedback on shortlist quality.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" y="4224528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415137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Partner on ATS integrations and recruiter workflows.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" y="488289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809744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2033"/>
                </a:solidFill>
              </a:rPr>
              <a:t>Support the build-out of a trusted AI recruitment agency.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46520" y="237744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816352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GetJob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3456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1E7"/>
                </a:solidFill>
              </a:rPr>
              <a:t>CV screening. Candidate ranking. Shortlist intelligence.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4922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676"/>
                </a:solidFill>
              </a:rPr>
              <a:t>GetJob AI Recruitment Agency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GetJob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GetJob Pitch Deck</dc:title>
  <dc:subject>GetJob AI Recruitment Agency pitch deck</dc:subject>
  <dc:creator>GetJob</dc:creator>
  <cp:lastModifiedBy>GetJob</cp:lastModifiedBy>
  <cp:revision>1</cp:revision>
  <dcterms:created xsi:type="dcterms:W3CDTF">2026-04-30T05:03:23Z</dcterms:created>
  <dcterms:modified xsi:type="dcterms:W3CDTF">2026-04-30T05:03:23Z</dcterms:modified>
</cp:coreProperties>
</file>