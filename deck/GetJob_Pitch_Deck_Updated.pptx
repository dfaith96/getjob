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PITCH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GetJob: AI recruitment agency for faster, higher-quality shortlists.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We screen CVs, extract candidate evidence, rank applicants against job requirements, and help HR teams move the right people forward.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987552"/>
            <a:ext cx="5760720" cy="36758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3328416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29000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CV screening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39696" y="3328416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2848" y="342900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Candidate ranking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04488" y="3328416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3429000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5413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E7"/>
                </a:solidFill>
              </a:rPr>
              <a:t>Saving recruiters hours while keeping hiring decisions explainable and human-led.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Recruiting teams are overloaded by CV review.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High-volume hiring creates repetitive manual work, inconsistent screening, and delayed shortlists.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960120"/>
            <a:ext cx="182880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overload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Hundreds of applicants can arrive before recruiters have time to assess role fit.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96012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Hidden talent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Strong candidates are missed when relevant evidence is buried in unstructured CVs.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04120" y="96012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960120"/>
            <a:ext cx="16916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1161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Slow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527048"/>
            <a:ext cx="1325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Hiring managers wait for shortlists while recruiters repeat the same screening steps.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315968"/>
            <a:ext cx="9966960" cy="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Apply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4023360"/>
            <a:ext cx="585216" cy="585216"/>
          </a:xfrm>
          <a:prstGeom prst="ellipse">
            <a:avLst/>
          </a:prstGeom>
          <a:solidFill>
            <a:srgbClr val="C95F45"/>
          </a:solidFill>
          <a:ln w="254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Manual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Shortlist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65276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Interview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53218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The biggest bottleneck sits before the first interview.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 automates the first screening pass.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platform creates a structured hiring scorecard, analyses CVs, ranks candidates, and produces shortlist notes recruiters can defend.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1. Job profile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Capture must-have skills, seniority, experience level, and role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05156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2. CV intelligence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97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Extract skills, tools, industries, achievements, and years of experience.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88036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3. Fit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 every profile against weighted requirements and gaps.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880360"/>
            <a:ext cx="26060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4. Shortlist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Generate manager-ready notes and interview focus areas.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334256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62686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Outcome: recruiters spend less time filtering and more time assessing the candidates most likely to succeed.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Recruiter dashboard for live candidate matching.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 makes the shortlist visible: ranked profiles, skill coverage, match scores, gaps, and next-step recommendations.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859536"/>
            <a:ext cx="6080760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4564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3832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Paste or upload CV text for quick role matching.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1148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0416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Rank candidates against weighted requirements.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77316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7000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Show matched skills and missing criteria for each candidate.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43153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3583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Export shortlist notes for hiring manager review.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Screening engine built around evidence, not guesswork.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model pipeline converts unstructured CVs and job descriptions into comparable hiring signals.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240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ingest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Text, resume files, candidate profiles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3592" y="2788920"/>
            <a:ext cx="224028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76472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Skills, tools, industries, achievements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5312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2788920"/>
            <a:ext cx="224028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Matching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92824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Weighted scorecard, keywords, seniority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41664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6296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26296" y="2788920"/>
            <a:ext cx="224028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9176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Rank, gaps, interview focus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5074920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Designed for recruiter review, auditability, and configurable scorecards.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teams that hire often and move fast.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Beachhead customers can adopt GetJob for high-volume roles where screening quality and recruiter time matter.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Recruitment agencies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Screen large applicant pools and send stronger shortlists to clients.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097280"/>
            <a:ext cx="26517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SME hiring teams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AI screening without buying a heavy enterprise HR suite.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926080"/>
            <a:ext cx="26517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HR departments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Standardize evaluation across roles, teams, and hiring managers.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926080"/>
            <a:ext cx="26517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Startups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Move faster from applications to interviews during growth hiring.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41071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3375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Initial focus: data, sales, operations, customer success, and support roles.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995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Entry point: one role, one shortlist, measurable time saved.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472744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46542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Expansion: team scorecards, pipelines, analytics, and integrations.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plus agency-grade screening services.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 can sell recurring software access and done-with-you hiring support for teams that need immediate results.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Low-cost monthly access for small teams running a few roles.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278892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Team seats, shared pipelines, analytics, and shortlist exports.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78892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Agency 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Per-role screening, ranking, and shortlist report delivery.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45168" y="2788920"/>
            <a:ext cx="21488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2788920"/>
            <a:ext cx="21488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990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335584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Integrations, governance, access controls, and custom scorecards.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50474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expands as customers add roles, users, candidate volume, and workflow integrations.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with pilots that prove time saved.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starts where the pain is visible: roles with high applicant volume and limited recruiter bandwidth.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Offer two-week screening pilots for one active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52044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Target recruitment agencies, HR managers, startup founders, and operations teams.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17880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05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Use shortlist quality, time saved, and interview conversion as proof points.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83717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640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Build repeatable templates for common roles before deeper ATS integrations.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62763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Pilot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14616" y="2066544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78024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532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Measure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14616" y="2916936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3328416"/>
            <a:ext cx="384048" cy="384048"/>
          </a:xfrm>
          <a:prstGeom prst="ellipse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Convert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14616" y="3767328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4178808"/>
            <a:ext cx="384048" cy="384048"/>
          </a:xfrm>
          <a:prstGeom prst="ellipse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233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Expand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recruiting workflow product, not just a chatbot.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combines structured scorecards, CV intelligence, ranked shortlists, and responsible AI controls.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24028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3230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192024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432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 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ATS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Generic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GetJob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78892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3522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CV evidence extraction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0" y="278892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29352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Basic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Prompted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278892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70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Structured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43814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Role-fit ranking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0" y="329184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343814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Inconsistent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751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 setup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03920" y="329184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Built 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94106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0" y="379476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394106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Unstructured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503920" y="379476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" y="429768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444398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Human review controls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429768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444398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Yes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Workflow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751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Varies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03920" y="429768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770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Core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43000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14E"/>
                </a:solidFill>
              </a:rPr>
              <a:t>Differentiation: recruiter-ready workflow, transparent scoring, and shortlist outputs that save time immediately.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RESPONSIBLE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ranking with human control.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is designed to support better recruiter decisions, not replace them.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6520" y="1115568"/>
            <a:ext cx="457200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072384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9992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Scores show matched skills, missing criteria, and evidence notes.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373075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6576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Recruiters can edit scorecards before screening and review every recommendation.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3159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Candidate data retention and access permissions can be configured.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04748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9743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Final hiring decisions remain with the human hiring team.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OPERATING PLAN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funding to build, validate, and sell repeatable screening workflows.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The next phase should prove product demand with pilots and turn shortlist quality into repeat usage.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24231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Improve CV parsing, scorecard setup, shortlist reports, and analytics.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788920"/>
            <a:ext cx="24231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Security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access controls, audit logs, data retention, and compliance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24231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Run pilots with agencies, SMEs, and HR teams in target sectors.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788920"/>
            <a:ext cx="24231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Create role templates, service playbooks, and customer success support.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Milestones: pilot customers, repeatable role templates, measurable screening time saved, and paid conversions.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DECISION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experts own the final shortlist decision.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uses AI to rank candidates, then a responsible review team validates evidence, fit, and client context before final recommendations are sent.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962656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64792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Adaora Okeke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64792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Head of Talent Decisions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96696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Approves final shortlists and calibrates role-fit recommendations with hiring managers.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84448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2962656"/>
            <a:ext cx="658368" cy="658368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Michael Thompson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People Operations Lead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03904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Reviews experience depth, candidate readiness, compensation fit, and interview process quality.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391656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2824" y="2962656"/>
            <a:ext cx="658368" cy="658368"/>
          </a:xfrm>
          <a:prstGeom prst="ellipse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79208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Nadia Bello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79208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AI Screening Analyst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11112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Audits match scores, verifies extracted skills, and prepares interview focus notes.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198864" y="2743200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0032" y="2962656"/>
            <a:ext cx="658368" cy="6583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86416" y="2990088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David Evans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86416" y="3273552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Client Hiring Partner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418320" y="373075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Aligns recommendations with business goals, culture signals, and hiring timelines.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005840" y="5074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14E"/>
                </a:solidFill>
              </a:rPr>
              <a:t>Decision rule: AI recommends, the GetJob team reviews, and the hiring manager makes the final employment decision.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THE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with GetJob to make shortlisting faster and smarter.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We are looking for pilot customers, HR partners, and early investors who want a practical AI layer for recruiting teams.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90779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34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Pilot GetJob on one active hiring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356616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930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Share hiring manager feedback on shortlist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" y="422452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5137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Partner on ATS integrations and recruiter workflows.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" y="488289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97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Support the build-out of a trusted AI recruitment agency.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237744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163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1E7"/>
                </a:solidFill>
              </a:rPr>
              <a:t>CV screening. Candidate ranking. Shortlist intelligence.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858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1E7"/>
                </a:solidFill>
              </a:rPr>
              <a:t>Contact form available on the GetJob website: share role details, hiring volume, and shortlist timeline.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GetJob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GetJob Pitch Deck</dc:title>
  <dc:subject>GetJob AI Recruitment Agency pitch deck</dc:subject>
  <dc:creator>GetJob</dc:creator>
  <cp:lastModifiedBy>GetJob</cp:lastModifiedBy>
  <cp:revision>1</cp:revision>
  <dcterms:created xsi:type="dcterms:W3CDTF">2026-04-30T05:14:26Z</dcterms:created>
  <dcterms:modified xsi:type="dcterms:W3CDTF">2026-04-30T05:14:26Z</dcterms:modified>
</cp:coreProperties>
</file>